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44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573C-5DAB-6BEB-7045-37C018257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8D16-D552-B45B-AC5E-EF37A86CF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B4810-4D6A-1593-08B4-C24B9C51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94288-0488-EDC2-37C7-573F0001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079F-8729-3040-6054-6D63D1E8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D343-1C90-DE08-851A-E8DCE74C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6FAA-719A-AE63-06BF-F7FE7C6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33E0F-5867-AE27-91E2-BEF0BA13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50C3-DA87-3C19-F6D6-72D456C7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6615A-E25F-6A86-239A-A2BA1140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3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A69C-F23F-A5F0-D3BC-E64A1140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62C34-EDE7-369A-3239-C8285C367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4360-36C4-238F-16C9-3519A566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205E-2A43-9036-ED5F-C3CE2529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1ACD1-1B9D-B504-A454-495AEB4C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6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DC89-3A8E-5FBD-5DB8-68FAD443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336B-1B56-2C94-02C0-0116D4C6F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ADBFC-8496-902D-D5A6-A0CA2C65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BD8E1-6F35-AF92-7E9B-1C1C64DF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CDB42-1CCC-B8F3-E67B-3A0114A5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02808-9BE6-AA74-AA19-7A0139A4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3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DA4C-C155-A20F-520D-DB8C8D36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0BCB0-E713-7C2B-9291-88B8858A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38244-A361-DC1B-D54B-6A1CA3F5F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51B08-2E28-CE69-8ECE-DB4F0ABEA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99BF8-7FEA-8698-3297-103139BAF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589AE-6454-1E41-9B64-06A2CC2D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26620-041F-889C-9275-C4DE7E68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3EF6F-637B-688B-6EE6-96E30A85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82B6-F762-584D-0D65-B1EA6400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CDB11-F399-6978-8663-BD75B9C4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F6A6F-4A70-C778-ABF5-23BD6AE9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CFE9B-13E4-4EE7-D709-A34BDE5A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6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B89F4-7637-9BAB-6344-42650400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5244B-F697-9BB8-1ED2-81491913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1800-C087-0C62-2FD4-AD16E795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2AB6-1DC3-A636-BC2E-B73739ED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69C69-1132-0424-C4B7-392CEF7A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F6E01-24F3-8807-51FC-B169C09AE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14155-0B2E-315E-2DFD-3322917A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29F47-7C53-CBFF-6F67-D79375F2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5F4DB-5EBB-50FE-A79E-64464B89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1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DCD2-5C7B-248E-6110-9CCA869A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B7BE1-F665-99D7-9683-3F4AD3602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F7D97-C635-65A0-2AC8-EEAD4645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6503A-149E-61BC-C394-EB7F7A7D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1FEE6-85F5-1706-BA43-9147185E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9B8BC-0938-D362-F9B1-51411427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1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339D-9BB6-AFBA-E436-0383B041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E1A8-8A01-24FB-EED3-1CD6079A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65D1-2163-A15A-3308-C656FAD0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6FBF1-1259-14F2-6299-3246C5A3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98CA9-CF65-05A5-D8FC-6BA66CFE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6FD50-9130-2E13-5EC2-1F49C61C1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873EF-B060-7D55-2022-0B3AF6E27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AC3A6-D54E-2687-E4C8-EB1C74B0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FEE5-B5F2-930F-B155-7F9B3382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B5626-403F-0D88-4EA7-58CD06A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9FDCE-8C8E-DCD9-51AB-C7CB2D11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E3AC3-7BB7-E88B-0BCA-AFBCA347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8E43A-FF2D-0B95-ADC7-3BC3D8C3F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68A5C-5992-B735-B6E7-80F92592F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6BE4-F7A2-D012-5FEF-F689D757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2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64A0-BF42-005F-9198-590049443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E1C79-137C-ADED-9778-5EEF3D33B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6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Renauld, Sophia</dc:creator>
  <cp:lastModifiedBy>Renauld, Sophia</cp:lastModifiedBy>
  <cp:revision>1</cp:revision>
  <dcterms:created xsi:type="dcterms:W3CDTF">2026-08-27T16:48:08Z</dcterms:created>
  <dcterms:modified xsi:type="dcterms:W3CDTF">2026-08-27T16:48:24Z</dcterms:modified>
</cp:coreProperties>
</file>