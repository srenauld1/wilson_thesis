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7"/>
    <p:restoredTop sz="94675"/>
  </p:normalViewPr>
  <p:slideViewPr>
    <p:cSldViewPr snapToGrid="0">
      <p:cViewPr varScale="1">
        <p:scale>
          <a:sx n="119" d="100"/>
          <a:sy n="119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42E8-DFD9-CDD4-AA6E-BFD55B5A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8D36D-D1E0-28B8-80D8-1B5E8A77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81BF-FE94-E6DB-215C-0744DC11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0D6C-C379-5908-166B-559343D0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AA91F-636E-5CBC-30BA-48E2E849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8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B604-7E5C-4925-AAC1-9C2A5BD3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A1D6-6520-D182-26E5-1C272C96A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DA6F-08EB-154D-C734-C084FC52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1E0D5-C65F-E20C-258C-FA48BCD8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712E-5BD4-5F07-385A-898B18E7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5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8470-559C-A324-2BAA-37522960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BEEE-3472-FAD7-E28E-78191A6EF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E336F-E896-E5E9-A969-9237A899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B606-E051-E7DD-8033-AA60B699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2C5A-3E3F-C76E-0938-395F492B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56A5-FFE5-AC9D-ACE3-29BF9573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741A-DAF3-6167-6DBA-D2EE660BC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692AC-1ECA-EF2E-7881-B6728B5D9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9C448-C1F9-9AEE-D048-ED4A3EFD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E9199-6C8B-3342-3BEA-A113658F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85FDB-6E98-D59F-6E1A-3C4F51A6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45B8-809B-6C8B-5880-6AB5DCB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B0BD9-D717-164E-D813-A5ED0B7B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5708C-EE46-31BA-8E56-85C0F6FB0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6BC1B-FF2D-DA47-2E71-13A06D27A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19D9F-EC95-3C55-DF25-D6D0A5A29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67EF8-E45B-4F10-F3EA-15DAE2A7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3FFBF-840D-0706-C53A-8580250C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9633B-ADAB-C689-7EE0-4E689141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64D-A6C8-27B4-2BD7-840F855E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6F007-EFAC-0641-726D-8D633F27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C83C1-32F5-9E46-5FAE-35252A6D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F9E17-8B36-187E-59D8-4DA79EDE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F8104-6E8A-A5A3-AD45-F08E1812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824AD-688F-118B-C570-9EED7A39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58CC0-9AA9-A9C4-0F4F-D9A56B7E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9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80C2-8333-931A-2CB4-678B9DDF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8703-36A3-C814-A679-681F0FD3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A8053-3038-6769-2F3A-E3AA786DC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B598C-913F-57FA-A3C5-DD41E6A4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9C54-3B7C-C01C-63DE-30B64278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5CD07-742C-2991-A4FF-9B4D71E9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4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E1FF-18E8-B0B5-6DF8-7C1C45DD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B0415-D4F3-3961-3BA1-CF3202AF3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D3ECC-1AEA-43B8-CA2E-35C03E0AF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9603-86E5-F9D8-3D22-F84E1C6B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FA51-CDC5-19AA-C73B-246C9EE1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73668-0BF2-96BC-8C17-1E4A15CC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A539-7302-603C-5715-B978DAE5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97EB9-75A6-0596-BF5C-B24651199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F0F01-705C-B5A7-173E-375D74D1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9D7B-4EE1-E509-D53E-8D1BB6C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1864-987A-1CBC-27AD-F4920DE2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1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76512-5DE7-8EDA-987F-40800B8A6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A5732-EC20-3A13-E102-5A0AD80AC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285C-B810-62B8-9F70-6A00010B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E8A2-79DD-75B7-D525-447949E0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A931-1152-B4AB-6CB6-6874EB95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7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3F55D-83D7-819C-D63E-4035ADE4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0A73-D6A5-50EB-1073-ECA93686C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E227-099D-CB38-4DF2-B9AE80731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7F7ED-6FCE-3B4A-9DF1-D3CA3E15A54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BBDA-A8BC-AF9D-C68E-C48790090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73CA-0199-5C99-27B2-91FF75290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6DAE-BC74-6643-96A4-902D66F06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0729-B084-D501-A32F-A156356BC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DNa03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2E9B2-4AF4-AA11-0742-ED031D12D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Bilateral imaging analysis | representative results</a:t>
            </a:r>
          </a:p>
        </p:txBody>
      </p:sp>
    </p:spTree>
    <p:extLst>
      <p:ext uri="{BB962C8B-B14F-4D97-AF65-F5344CB8AC3E}">
        <p14:creationId xmlns:p14="http://schemas.microsoft.com/office/powerpoint/2010/main" val="129881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3B3D-D38B-91FD-293E-0C231AC2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Bilateral DNa03 activity accompanies behavioral transitions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2107-C54C-3D8C-C352-F6FBF6D4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Bilateral-high epochs show greater yaw speed than bilateral-low epochs</a:t>
            </a:r>
          </a:p>
          <a:p>
            <a:r>
              <a:rPr lang="en-US" dirty="0"/>
              <a:t>This comparison does not establish that activation drives pivot turns</a:t>
            </a:r>
          </a:p>
          <a:p>
            <a:r>
              <a:rPr lang="en-US" dirty="0"/>
              <a:t>Forward-speed effects are mixed across trials and individual events</a:t>
            </a:r>
          </a:p>
          <a:p>
            <a:r>
              <a:rPr lang="en-US" dirty="0"/>
              <a:t>Several representative trials suggest activation can accompany slowing</a:t>
            </a:r>
          </a:p>
          <a:p>
            <a:r>
              <a:rPr lang="en-US" dirty="0"/>
              <a:t>Turning explains only ~5–6% of instantaneous </a:t>
            </a:r>
            <a:r>
              <a:rPr lang="en-US" dirty="0" err="1"/>
              <a:t>dF</a:t>
            </a:r>
            <a:r>
              <a:rPr lang="en-US" dirty="0"/>
              <a:t>/F variance</a:t>
            </a:r>
          </a:p>
          <a:p>
            <a:r>
              <a:rPr lang="en-US"/>
              <a:t>Working interpretation: a broader movement-transition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07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135F8-2991-68BC-B43E-52A1E990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Representative bilateral activity and behavior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00E6C5-2E9D-75AB-0E57-D9083FA3F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104" y="1825625"/>
            <a:ext cx="62017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9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70E0-AA91-64BC-E79E-8756B254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Bilateral increases coincide with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F229D7-BE85-D37A-31BA-F6E5D2F8E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105" y="1825625"/>
            <a:ext cx="74197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7CD4-63D7-375E-638B-6E682D35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bilateral </a:t>
            </a:r>
            <a:r>
              <a:rPr lang="en-US"/>
              <a:t>coordination occupies brief trial epochs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29703-3F86-F15B-E16A-7C2CDB5B4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014" y="1825625"/>
            <a:ext cx="74459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D6F-1F44-0AFD-A509-B8C3D839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Spatial activity patterns differ across the two sides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F081B-7DF8-BAAF-3041-1F24509BC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6104"/>
            <a:ext cx="10515600" cy="35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660C-F48C-07A8-51F6-DE64E4DA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Turn-</a:t>
            </a:r>
            <a:r>
              <a:rPr lang="en-US" dirty="0" err="1"/>
              <a:t>residualized</a:t>
            </a:r>
            <a:r>
              <a:rPr lang="en-US" dirty="0"/>
              <a:t> activity reveals a small lateral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933F-BB77-7DC0-F870-903543E2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Turning model: signed yaw velocity + yaw speed</a:t>
            </a:r>
          </a:p>
          <a:p>
            <a:r>
              <a:rPr lang="en-US" dirty="0"/>
              <a:t>Variance explained: 6.3% left; 5.0% right</a:t>
            </a:r>
          </a:p>
          <a:p>
            <a:r>
              <a:rPr lang="en-US" dirty="0"/>
              <a:t>Residual forward-speed correlations remain weak (r = 0.03 left; 0.02 right)</a:t>
            </a:r>
          </a:p>
          <a:p>
            <a:r>
              <a:rPr lang="en-US" dirty="0"/>
              <a:t>Residual lateral velocity is small but consistent:</a:t>
            </a:r>
          </a:p>
          <a:p>
            <a:r>
              <a:rPr lang="en-US" dirty="0"/>
              <a:t>    Left: r = +0.039 in 20/21 trials</a:t>
            </a:r>
          </a:p>
          <a:p>
            <a:r>
              <a:rPr lang="en-US" dirty="0"/>
              <a:t>    Right: r = 0.042 in 20/21 trials</a:t>
            </a:r>
          </a:p>
          <a:p>
            <a:r>
              <a:rPr lang="en-US" dirty="0"/>
              <a:t>Interpretation requires confirmation of ROI identity and yaw sign</a:t>
            </a:r>
          </a:p>
        </p:txBody>
      </p:sp>
    </p:spTree>
    <p:extLst>
      <p:ext uri="{BB962C8B-B14F-4D97-AF65-F5344CB8AC3E}">
        <p14:creationId xmlns:p14="http://schemas.microsoft.com/office/powerpoint/2010/main" val="424367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170</Words>
  <Application>Microsoft Macintosh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DNa03</vt:lpstr>
      <vt:lpstr>Bilateral DNa03 activity accompanies behavioral transitions</vt:lpstr>
      <vt:lpstr>Representative bilateral activity and behavior</vt:lpstr>
      <vt:lpstr>Bilateral increases coincide with pivot turns</vt:lpstr>
      <vt:lpstr>Strong bilateral coordination occupies brief trial epochs</vt:lpstr>
      <vt:lpstr>Spatial activity patterns differ across the two sides</vt:lpstr>
      <vt:lpstr>Turn-residualized activity reveals a small lateral signal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Renauld, Sophia</dc:creator>
  <cp:lastModifiedBy>Renauld, Sophia</cp:lastModifiedBy>
  <cp:revision>5</cp:revision>
  <dcterms:created xsi:type="dcterms:W3CDTF">2026-08-31T21:39:51Z</dcterms:created>
  <dcterms:modified xsi:type="dcterms:W3CDTF">2026-08-31T22:15:36Z</dcterms:modified>
</cp:coreProperties>
</file>